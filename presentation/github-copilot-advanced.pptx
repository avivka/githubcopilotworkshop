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18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46</Words>
  <Application>Microsoft Macintosh PowerPoint</Application>
  <PresentationFormat>Widescreen</PresentationFormat>
  <Paragraphs>46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</dc:title>
  <dc:subject>PptxGenJS Presentation</dc:subject>
  <dc:creator>Created by Marp</dc:creator>
  <cp:lastModifiedBy>System Administrator</cp:lastModifiedBy>
  <cp:revision>2</cp:revision>
  <dcterms:created xsi:type="dcterms:W3CDTF">2026-03-24T08:02:26Z</dcterms:created>
  <dcterms:modified xsi:type="dcterms:W3CDTF">2026-03-24T11:20:55Z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2026-03-24T08:04:35Z</vt:lpwstr>
  </property>
  <property fmtid="{D5CDD505-2E9C-101B-9397-08002B2CF9AE}" pid="4" name="MSIP_Label_defa4170-0d19-0005-0004-bc88714345d2_Method">
    <vt:lpwstr>Privileged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dc2f18f8-4495-459b-87c0-5263bcfe51c0</vt:lpwstr>
  </property>
  <property fmtid="{D5CDD505-2E9C-101B-9397-08002B2CF9AE}" pid="7" name="MSIP_Label_defa4170-0d19-0005-0004-bc88714345d2_ActionId">
    <vt:lpwstr>88dcb6d7-5523-4a5a-a439-acd6c383b03c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50, 0, 1, 1</vt:lpwstr>
  </property>
</Properties>
</file>